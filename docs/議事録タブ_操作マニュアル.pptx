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581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8A78"/>
                </a:solidFill>
                <a:latin typeface="Meiryo UI"/>
              </a:rPr>
              <a:t>福祉用具マネージャー　操作マニュアル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1C2B27"/>
                </a:solidFill>
                <a:latin typeface="Meiryo UI"/>
              </a:rPr>
              <a:t>「議事録」タブの使い方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2011680" cy="73152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5B6E68"/>
                </a:solidFill>
                <a:latin typeface="Meiryo UI"/>
              </a:rPr>
              <a:t>担当者会議・カンファレンスの記録を入力・管理する画面です。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5B6E68"/>
                </a:solidFill>
                <a:latin typeface="Meiryo UI"/>
              </a:rPr>
              <a:t>Meetメモの取込・AIによる議事録生成・スプレッドシートへの自動転記にも対応しています。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対象：福祉用具専門相談員のみなさま　／　場所：利用者をクリック → 「議事録」タブ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このタブでできること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議事録タブ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560320" cy="3108960"/>
          </a:xfrm>
          <a:prstGeom prst="rect">
            <a:avLst/>
          </a:prstGeom>
          <a:solidFill>
            <a:srgbClr val="E2F0EC"/>
          </a:solidFill>
          <a:ln w="1270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91440" cy="310896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1C2B27"/>
                </a:solidFill>
                <a:latin typeface="Meiryo UI"/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517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議事録を記録する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00400"/>
            <a:ext cx="2240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担当者会議・カンファレンスの日時・出席者・内容を記録。出席者・CM・SWなど詳細なフィールドを入力できます。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1" y="1828800"/>
            <a:ext cx="2560320" cy="3108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4991" y="1828800"/>
            <a:ext cx="91440" cy="31089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1" y="196596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1C2B27"/>
                </a:solidFill>
                <a:latin typeface="Meiryo UI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517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Meetメモから作成する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200400"/>
            <a:ext cx="2240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Google Meet の議事メモ（URL・テキスト・PDF/TXT）を取り込み、そのまま議事録の素材にできます。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1828800"/>
            <a:ext cx="2560320" cy="31089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9904" y="1828800"/>
            <a:ext cx="91440" cy="3108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18504" y="196596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1C2B27"/>
                </a:solidFill>
                <a:latin typeface="Meiryo UI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6517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AIで議事録を生成する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200400"/>
            <a:ext cx="2240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内容を入力後「AI議事録を生成」を押すと、会議種別に合わせた構造化サマリーをAIが自動作成します。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14816" y="1828800"/>
            <a:ext cx="2560320" cy="310896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14816" y="1828800"/>
            <a:ext cx="91440" cy="31089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43416" y="196596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1C2B27"/>
                </a:solidFill>
                <a:latin typeface="Meiryo U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517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スプレッドシートへ自動転記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3200400"/>
            <a:ext cx="2240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保存後4秒以内に Googleスプレッドシートの「議事録」シートへ自動で追記されます（重複なし）。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212080"/>
            <a:ext cx="10881360" cy="86868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5212080"/>
            <a:ext cx="73152" cy="86868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32180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自動保存について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入力内容は1.2秒後に自動的に保存されます。「保存」ボタンを押さなくても大丈夫です。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LIST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議事録一覧の見方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議事録タブ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0881360" cy="530352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783080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783080"/>
            <a:ext cx="151790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Meiryo UI"/>
              </a:rPr>
              <a:t>カンファレンス時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2" y="1755648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B27"/>
                </a:solidFill>
                <a:latin typeface="Meiryo UI"/>
              </a:rPr>
              <a:t>2026-07-01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55648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記録者: 菊永　　場所: 特養あおぞら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1801368"/>
            <a:ext cx="457200" cy="27432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180136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50008"/>
            <a:ext cx="10881360" cy="530352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808" y="2441448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2441448"/>
            <a:ext cx="151790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E8A78"/>
                </a:solidFill>
                <a:latin typeface="Meiryo UI"/>
              </a:rPr>
              <a:t>担当者会議（新規）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2414016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B27"/>
                </a:solidFill>
                <a:latin typeface="Meiryo UI"/>
              </a:rPr>
              <a:t>2026-06-15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14016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記録者: 田中　　居宅: ○○介護支援センター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0" y="2459736"/>
            <a:ext cx="457200" cy="274320"/>
          </a:xfrm>
          <a:prstGeom prst="rect">
            <a:avLst/>
          </a:prstGeom>
          <a:solidFill>
            <a:srgbClr val="D7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245973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B6E68"/>
                </a:solidFill>
                <a:latin typeface="Meiryo UI"/>
              </a:rPr>
              <a:t>▼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4069080"/>
          <a:ext cx="1088136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要素</a:t>
                      </a:r>
                    </a:p>
                  </a:txBody>
                  <a:tcPr marR="73152" marT="36576" marB="36576" anchor="ctr">
                    <a:solidFill>
                      <a:srgbClr val="0E8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説明</a:t>
                      </a:r>
                    </a:p>
                  </a:txBody>
                  <a:tcPr marR="73152" marT="36576" marB="36576" anchor="ctr">
                    <a:solidFill>
                      <a:srgbClr val="0E8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ヘッダー色（ティール）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担当者会議（新規・更新・退院時）・カンファレンス時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ヘッダー色（橙）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種別が「その他」の場合のみ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▲ で展開 / ▼ で折りたたみ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カードをクリックして詳細を表示・非表示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追加した順（上が最新）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記録を追加した順に上から表示されます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ADD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議事録を新規追加する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議事録タブ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429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E8A78"/>
                </a:solidFill>
                <a:latin typeface="Meiryo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「記録を追加」を押す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画面右上の緑のボタンを押します。新しいカードが最上部に追加され、編集モードになります。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429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E8A78"/>
                </a:solidFill>
                <a:latin typeface="Meiryo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基本情報を入力する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2044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日付・種別・記録者・場所などを入力します。事業所は基本情報タブの設定が自動で入ります。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920240"/>
            <a:ext cx="3429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E8A78"/>
                </a:solidFill>
                <a:latin typeface="Meiryo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97180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内容・詳細を記入して保存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52044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議事録内容（テキストエリア）を入力します。1.2秒後に自動保存されます。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17720"/>
            <a:ext cx="10881360" cy="804672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73152" cy="8046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72744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Meiryo UI"/>
              </a:rPr>
              <a:t>「Meetメモから作成」ボタン（緑）との違い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「記録を追加」は空のフォームから手動入力するときに使います。Google Meet 等の文字起こしがある場合は「Meetメモから作成」が便利です。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5577840"/>
            <a:ext cx="73152" cy="64008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居宅介護支援事業所・担当CMは基本情報タブから自動入力されます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これらのフィールドは読み取り専用です。変更したい場合は「基本情報」タブで編集してください。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入力フィールド一覧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議事録タブ 操作マニュアル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91640"/>
          <a:ext cx="10881360" cy="5321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フィールド</a:t>
                      </a:r>
                    </a:p>
                  </a:txBody>
                  <a:tcPr marR="73152" marT="36576" marB="36576" anchor="ctr">
                    <a:solidFill>
                      <a:srgbClr val="0E8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内容</a:t>
                      </a:r>
                    </a:p>
                  </a:txBody>
                  <a:tcPr marR="73152" marT="36576" marB="36576" anchor="ctr">
                    <a:solidFill>
                      <a:srgbClr val="0E8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備考</a:t>
                      </a:r>
                    </a:p>
                  </a:txBody>
                  <a:tcPr marR="73152" marT="36576" marB="36576" anchor="ctr">
                    <a:solidFill>
                      <a:srgbClr val="0E8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日付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会議実施日（YYYY-MM-DD）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種別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カンファレンス時 / 担当者会議（新規・更新・退院時）/ その他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選択式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事業所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鹿児島（ACG）/ 福岡（Lichi）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基本情報タブから自動入力・変更不可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記録者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担当者名（自由入力）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施設名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開催場所の施設名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出席者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会議の参加者（自由入力）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居宅介護支援事業所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担当ケアマネの所属事業所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担当CM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担当ケアマネジャー名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病院名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関連する病院名（入院・退院時等）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担当SW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担当ソーシャルワーカー名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利用区分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介護保険レンタル / 自費レンタル / 購入 / 併用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選択式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ケアプラン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確認済 / 未確認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選択式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提供票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確認済 / 未確認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選択式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リマインダー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あり / なし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選択式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議事録内容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会議内容の本文（自由テキスト）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AI生成の入力元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23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2B27"/>
                          </a:solidFill>
                          <a:latin typeface="Meiryo UI"/>
                        </a:rPr>
                        <a:t>AIサマリー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AIが生成した構造化議事録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B27"/>
                          </a:solidFill>
                          <a:latin typeface="Meiryo UI"/>
                        </a:rPr>
                        <a:t>「AI議事録を生成」ボタンで作成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eiryo UI"/>
              </a:rPr>
              <a:t>MEET 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Meetメモ・外部テキストから作成する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議事録タブ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91440" cy="10972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C2B27"/>
                </a:solidFill>
                <a:latin typeface="Meiryo UI"/>
              </a:rPr>
              <a:t>「Meetメモから作成」ボタンを押すと、Google Meet の文字起こしや会議メモを取り込むモーダルが開きます。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C2B27"/>
                </a:solidFill>
                <a:latin typeface="Meiryo UI"/>
              </a:rPr>
              <a:t>取り込まれたテキストは「議事録内容」に自動セットされ、AI議事録生成も自動で始まります。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3474720" cy="2103120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154680"/>
            <a:ext cx="82296" cy="2103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URL取込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Google ドキュメントのURLを貼り付けます。
「リンクを知っている全員に公開」設定のドキュメントに対応。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1688" y="3154680"/>
            <a:ext cx="3474720" cy="2103120"/>
          </a:xfrm>
          <a:prstGeom prst="rect">
            <a:avLst/>
          </a:prstGeom>
          <a:solidFill>
            <a:srgbClr val="E2F0EC"/>
          </a:solidFill>
          <a:ln w="1524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61688" y="3154680"/>
            <a:ext cx="82296" cy="210312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32918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テキスト貼り付け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840480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Google Meet の「文字起こし」テキストを
コピーしてそのまま貼り付けます。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3154680"/>
            <a:ext cx="3474720" cy="2103120"/>
          </a:xfrm>
          <a:prstGeom prst="rect">
            <a:avLst/>
          </a:prstGeom>
          <a:solidFill>
            <a:srgbClr val="D7E2DC"/>
          </a:solidFill>
          <a:ln w="15240">
            <a:solidFill>
              <a:srgbClr val="5B6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3296" y="3154680"/>
            <a:ext cx="82296" cy="2103120"/>
          </a:xfrm>
          <a:prstGeom prst="rect">
            <a:avLst/>
          </a:prstGeom>
          <a:solidFill>
            <a:srgbClr val="5B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1896" y="32918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ファイルアップロード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840480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会議メモの .txt または .pdf ファイルを
アップロードします（PDF はAIがテキスト抽出）。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86400"/>
            <a:ext cx="10881360" cy="6858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5486400"/>
            <a:ext cx="73152" cy="6858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5961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Meiryo UI"/>
              </a:rPr>
              <a:t>取込後はAIサマリー生成が自動でスタートします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「Meetメモから作成」で議事録を追加すると、AIサマリー生成が自動的に開始されます。完了まで数秒お待ちください。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Meiryo UI"/>
              </a:rPr>
              <a:t>AI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AI議事録を生成する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議事録タブ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91440" cy="1005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「議事録内容」テキストエリアに会議の内容を入力後、「AI議事録を生成」ボタン（紫）を押すとAIが内容を構造化します。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会議種別によって生成フォーマットが変わります（担当者会議・カンファレンス ／ その他）。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99232"/>
            <a:ext cx="5212080" cy="2788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999232"/>
            <a:ext cx="82296" cy="2788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担当者会議 / カンファレンス時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3AED"/>
                </a:solidFill>
                <a:latin typeface="Meiryo UI"/>
              </a:rPr>
              <a:t>8項目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31920"/>
            <a:ext cx="47548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・会議目的  ・出席者・所属  ・利用者の現状  ・協議内容  ・決定事項  ・今後の対応・役割分担  ・次回予定  ・特記事項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999232"/>
            <a:ext cx="5212080" cy="2788920"/>
          </a:xfrm>
          <a:prstGeom prst="rect">
            <a:avLst/>
          </a:prstGeom>
          <a:solidFill>
            <a:srgbClr val="E2F0EC"/>
          </a:solidFill>
          <a:ln w="1270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2999232"/>
            <a:ext cx="82296" cy="278892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その他（訪問・電話対応等）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204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8A78"/>
                </a:solidFill>
                <a:latin typeface="Meiryo UI"/>
              </a:rPr>
              <a:t>7項目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931920"/>
            <a:ext cx="47548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・訪問日時  ・訪問目的  ・利用者の状態  ・確認事項  ・対応内容  ・今後の予定  ・特記事項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897880"/>
            <a:ext cx="10881360" cy="658368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5897880"/>
            <a:ext cx="73152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600760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Meiryo UI"/>
              </a:rPr>
              <a:t>生成結果は「AIサマリー」欄に表示されます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「議事録内容」の下にある「AIサマリー」テキストエリアに結果が入ります。内容を確認・修正してください。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Meiryo UI"/>
              </a:rPr>
              <a:t>SPREADSHEET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スプレッドシートへの自動転記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議事録タブ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9601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91440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241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議事録を保存すると、約4秒後に自動的に Google スプレッドシートの「議事録」シートへ追記されます。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同じ記録が二重に追記されることはありません（レコードIDで重複管理）。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971800"/>
          <a:ext cx="108813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シート列</a:t>
                      </a:r>
                    </a:p>
                  </a:txBody>
                  <a:tcPr marR="73152" marT="36576" marB="36576" anchor="ctr">
                    <a:solidFill>
                      <a:srgbClr val="0E8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内容</a:t>
                      </a:r>
                    </a:p>
                  </a:txBody>
                  <a:tcPr marR="73152" marT="36576" marB="36576" anchor="ctr">
                    <a:solidFill>
                      <a:srgbClr val="0E8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レコードID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システムが自動発行する固有ID（変更不可）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日付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会議実施日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あおぞらID / 利用者名 / 事業所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利用者情報（自動）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種別 / 記録者 / 施設名 / 出席者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議事録の基本情報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居宅事業所 / 担当CM / 病院名 / 担当SW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関係者情報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利用区分 / ケアプラン / 提供票 / リマインダー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確認事項</a:t>
                      </a:r>
                    </a:p>
                  </a:txBody>
                  <a:tcPr marR="73152" marT="36576" marB="36576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議事録内容 / AIサマリー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内容フィールド（最大5,000 / 2,000文字）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291072"/>
            <a:ext cx="10881360" cy="65836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6291072"/>
            <a:ext cx="73152" cy="6583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640080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D4ED8"/>
                </a:solidFill>
                <a:latin typeface="Meiryo UI"/>
              </a:rPr>
              <a:t>毎日深夜にも自動一括転記されます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アプリ保存時の即時転記に加え、毎日0時（JST）の自動バッチでも全員分の未転記レコードが一括で追記されます。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よくある質問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議事録タブ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4864" cy="87782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572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74519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内容を誤って入力・上書きしてしまいました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31136"/>
            <a:ext cx="9966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自動保存されてしまった場合、スプレッドシートの「議事録」シートに保存前の内容が残っていることがあります。確認してみてください。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79776"/>
            <a:ext cx="108813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779776"/>
            <a:ext cx="54864" cy="87782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871216"/>
            <a:ext cx="4572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25496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AIサマリーが生成されません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82112"/>
            <a:ext cx="9966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「議事録内容」テキストエリアが空の場合は生成されません。先に内容を入力してから「AI議事録を生成」を押してください。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30752"/>
            <a:ext cx="108813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730752"/>
            <a:ext cx="54864" cy="87782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822191"/>
            <a:ext cx="4572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76472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Meetメモ取込でURLを入れたがエラーになります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33088"/>
            <a:ext cx="9966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Google ドキュメントが「リンクを知っている全員に公開（閲覧可）」になっているか確認してください。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81728"/>
            <a:ext cx="108813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681728"/>
            <a:ext cx="54864" cy="87782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773168"/>
            <a:ext cx="4572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27448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スプレッドシートに転記されていません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084064"/>
            <a:ext cx="9966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保存後4〜5秒お待ちください。それでも反映されない場合、翌日の深夜バッチで自動転記されます。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32704"/>
            <a:ext cx="108813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5632704"/>
            <a:ext cx="54864" cy="87782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724144"/>
            <a:ext cx="4572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678424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同じ議事録が2行追記されていますか？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6035040"/>
            <a:ext cx="9966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レコードIDで重複チェックしているため通常は起きません。重複している場合はスプレッドシート上で1行削除してください。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719</Words>
  <Application>Microsoft Office PowerPoint</Application>
  <PresentationFormat>ユーザー設定</PresentationFormat>
  <Paragraphs>172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Meiryo UI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本部 ACG</cp:lastModifiedBy>
  <cp:revision>1</cp:revision>
  <dcterms:created xsi:type="dcterms:W3CDTF">2013-01-27T09:14:16Z</dcterms:created>
  <dcterms:modified xsi:type="dcterms:W3CDTF">2026-07-09T05:16:02Z</dcterms:modified>
  <cp:category/>
</cp:coreProperties>
</file>