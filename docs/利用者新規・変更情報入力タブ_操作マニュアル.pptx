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福祉用具マネージャー　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C2B27"/>
                </a:solidFill>
                <a:latin typeface="Meiryo UI"/>
              </a:rPr>
              <a:t>「利用者新規・変更情報入力」タブの使い方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57600"/>
            <a:ext cx="2011680" cy="7315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利用者の「いつ・何が変わったか」を記録する画面です。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新規契約・入院・退院・解約・変更などを、やさしくまとめました。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場所：利用者をクリック →「利用者新規・変更情報入力」タブ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このタブでできること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146304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C2B27"/>
                </a:solidFill>
                <a:latin typeface="Meiryo UI"/>
              </a:rPr>
              <a:t>このタブは利用者の「できごとの記録ノート」です。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1つのできごと＝1枚のカードとして、種類（情報種別）と日付を記録します。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入院でサービスを止めた／退院で再開した／解約した／新しく契約した——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こうした変化をここに残すと、レセプトチェックやスプレッドシートに反映されます。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記録できるできごと（情報種別）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069080"/>
          <a:ext cx="1088136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68680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分類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種別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契約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新規 ／ 解約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入退院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入院（サービス停止）／ 退院（サービス再開）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その他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変更あり ／ その他 ／ デモ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入力の3ステップ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「＋情報を追加」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右上のボタンで、黄色い「入力中」カードが最上部に出る。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種別と内容を入力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情報種別を選び、日付・利用区分・記録者・特記を入力。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429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E8A78"/>
                </a:solidFill>
                <a:latin typeface="Meiryo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27"/>
                </a:solidFill>
                <a:latin typeface="Meiryo UI"/>
              </a:rPr>
              <a:t>「保存する」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429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E68"/>
                </a:solidFill>
                <a:latin typeface="Meiryo UI"/>
              </a:rPr>
              <a:t>右上の保存で確定。スプレッドシートにも自動反映。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10881360" cy="91440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73152" cy="9144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445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📤 保存すると変更情報スプレッドシートへ自動同期（数秒後）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手動でシートを触る必要はありません。記録は毎日の自動更新後も残ります（Kintone自動連携の記録を除く）。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情報種別（カードの種類）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E68"/>
                </a:solidFill>
                <a:latin typeface="Meiryo UI"/>
              </a:rPr>
              <a:t>「何のできごとか」を選びます。種別ごとに入力する日付が変わります。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103120"/>
          <a:ext cx="108813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5852160"/>
                <a:gridCol w="3200400"/>
              </a:tblGrid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情報種別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使う場面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入力する日付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新規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福祉用具レンタルを新しく開始した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請求開始日（新規）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入院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入院でサービスを停止した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請求停止日（入院）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退院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退院でサービスを再開した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請求開始日（退院）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解約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レンタルを解約した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請求停止日（解約）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変更あり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用具の変更など（請求に直接関わらない）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—（特記に記入）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その他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上記にあてはまらない連絡・メモ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—（特記に記入）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デモ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デモ機の貸し出し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デモ開始日・デモ終了日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486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714A"/>
                </a:solidFill>
                <a:latin typeface="Meiryo UI"/>
              </a:rPr>
              <a:t>※ 施設への入居・退去（施設契約情報）は「基本情報」タブに移動しました。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利用区分（チェックボックス）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各カードに「利用区分」のチェックボックスがあります（複数選べます）。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C2B27"/>
                </a:solidFill>
                <a:latin typeface="Meiryo UI"/>
              </a:rPr>
              <a:t>チェックした内容はスプレッドシートの「利用区分」列（G列）に出力されます。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429000" cy="82296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429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B27"/>
                </a:solidFill>
                <a:latin typeface="Meiryo UI"/>
              </a:rPr>
              <a:t>☑ 自費レンタル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743200"/>
            <a:ext cx="3429000" cy="82296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743200"/>
            <a:ext cx="3429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B27"/>
                </a:solidFill>
                <a:latin typeface="Meiryo UI"/>
              </a:rPr>
              <a:t>☑ 介護保険レンタル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3429000" cy="82296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743200"/>
            <a:ext cx="3429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B27"/>
                </a:solidFill>
                <a:latin typeface="Meiryo UI"/>
              </a:rPr>
              <a:t>☑ 販売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10881360" cy="91440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73152" cy="9144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💡 新しいカードは初め「介護保険レンタル」にチェック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違う場合はチェックを外し、あてはまるものを選んでください（複数可）。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画面の並び（カードの表示順）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457200" cy="6035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73936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73936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2B27"/>
                </a:solidFill>
                <a:latin typeface="Meiryo UI"/>
              </a:rPr>
              <a:t>入力中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73936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「＋情報を追加」直後。保存まで最上部に固定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1773936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Meiryo UI"/>
              </a:rPr>
              <a:t>黄色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87752"/>
            <a:ext cx="457200" cy="60350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32888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32888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2B27"/>
                </a:solidFill>
                <a:latin typeface="Meiryo UI"/>
              </a:rPr>
              <a:t>入院・退院情報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32888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入院→退院を日付でペア表示（Kintone自動連携）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2532888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Meiryo UI"/>
              </a:rPr>
              <a:t>オレンジ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46704"/>
            <a:ext cx="457200" cy="6035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91840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2B27"/>
                </a:solidFill>
                <a:latin typeface="Meiryo UI"/>
              </a:rPr>
              <a:t>変更あり・その他・デモ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91840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請求に直接関わらない変化・メモ・デモ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3291840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iryo UI"/>
              </a:rPr>
              <a:t>緑/水色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05656"/>
            <a:ext cx="457200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50792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50792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2B27"/>
                </a:solidFill>
                <a:latin typeface="Meiryo UI"/>
              </a:rPr>
              <a:t>レンタル契約情報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50792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新規→解約をペア表示（福祉用具レンタル契約）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4050792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Meiryo UI"/>
              </a:rPr>
              <a:t>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64608"/>
            <a:ext cx="457200" cy="6035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09744"/>
            <a:ext cx="457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09744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2B27"/>
                </a:solidFill>
                <a:latin typeface="Meiryo UI"/>
              </a:rPr>
              <a:t>解約（単独）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809744"/>
            <a:ext cx="4023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新規とペアにならなかった解約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4809744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Meiryo UI"/>
              </a:rPr>
              <a:t>グレー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PAIRING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ペアリングの仕組み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E68"/>
                </a:solidFill>
                <a:latin typeface="Meiryo UI"/>
              </a:rPr>
              <a:t>関係する2枚のカードは、自動で左右に並べて表示されます。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10881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Meiryo UI"/>
              </a:rPr>
              <a:t>入院 ↔ 退院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入院カードと、その入院日以降のいちばん早い退院カードが自動でペアになります。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B6E68"/>
                </a:solidFill>
                <a:latin typeface="Meiryo UI"/>
              </a:rPr>
              <a:t>退院がまだなら「退院情報なし」と表示されます。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10881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Meiryo UI"/>
              </a:rPr>
              <a:t>新規 ↔ 解約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日付で自動ペアされます。正しくない場合は、解約カード右上のドロップダウンから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ペア先の新規を手動で選び直せます（手動指定が優先・橙色の「手動ペア」表示）。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自動で入る記録・手で入れる記録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881359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840480"/>
                <a:gridCol w="3749039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種類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入りかた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編集</a:t>
                      </a:r>
                    </a:p>
                  </a:txBody>
                  <a:tcPr anchor="ctr" marL="91440" marR="73152" marT="36576" marB="36576">
                    <a:solidFill>
                      <a:srgbClr val="0E8A7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入院・退院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Kintone（入退院情報）から自動連携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原則そのまま。手で直しても翌日の同期で戻る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新規・解約・変更あり・その他・デモ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このタブで手入力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自由に追加・編集・削除でき、保持される</a:t>
                      </a:r>
                    </a:p>
                  </a:txBody>
                  <a:tcPr anchor="ctr" marL="91440" marR="73152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840480"/>
            <a:ext cx="10881360" cy="1554480"/>
          </a:xfrm>
          <a:prstGeom prst="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73152" cy="1554480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⚠️ Kintone自動連携の記録（入院・退院・施設入居）はアプリで書き換えても翌日戻る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直したいときは Kintone 側を修正してください。手入力で追加した記録（新規・解約など）はそのまま保持されます。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スプレッドシートへの反映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B27"/>
                </a:solidFill>
                <a:latin typeface="Meiryo UI"/>
              </a:rPr>
              <a:t>保存すると、変更情報スプレッドシート（共有）へ自動で追記されます。利用区分はG列に出力されます。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10881360" cy="1554480"/>
          </a:xfrm>
          <a:prstGeom prst="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73152" cy="1554480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📌 シートは「追記専用」です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新しく作った記録は新しい行として追記されますが、すでにシートにある過去の行は、あとから利用区分などを変えても更新されません。利用区分は新しく入力する記録から反映されます。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73152" cy="118872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0740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🔀 シートの行はヘッダーごと並べ替えないでください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ヘッダーを含めた全選択ソートは表示崩れの原因になります。並べ替えはフィルター表示を使ってください。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よくある質問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利用者新規・変更情報入力タブ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78"/>
                </a:solidFill>
                <a:latin typeface="Meiryo UI"/>
              </a:rPr>
              <a:t>Q. 追加したのに保存できない／消えた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12264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B27"/>
                </a:solidFill>
                <a:latin typeface="Meiryo UI"/>
              </a:rPr>
              <a:t>A. 黄色い「入力中」のままかも。右上の「保存する」で確定。キャンセルで破棄。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78"/>
                </a:solidFill>
                <a:latin typeface="Meiryo UI"/>
              </a:rPr>
              <a:t>Q. 入院・退院を直したのに翌日戻る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1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B27"/>
                </a:solidFill>
                <a:latin typeface="Meiryo UI"/>
              </a:rPr>
              <a:t>A. Kintone自動連携のため上書きされます。Kintone側で直してください。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48456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78"/>
                </a:solidFill>
                <a:latin typeface="Meiryo UI"/>
              </a:rPr>
              <a:t>Q. 解約が違う新規とペアになる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B27"/>
                </a:solidFill>
                <a:latin typeface="Meiryo UI"/>
              </a:rPr>
              <a:t>A. 解約カード右上のドロップダウンから正しい新規を選び直せます（手動優先）。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811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78"/>
                </a:solidFill>
                <a:latin typeface="Meiryo UI"/>
              </a:rPr>
              <a:t>Q. 利用区分がシートに出ない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10328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B27"/>
                </a:solidFill>
                <a:latin typeface="Meiryo UI"/>
              </a:rPr>
              <a:t>A. 保存後に自動同期。ただし過去に出力済みの行は更新されません（追記専用）。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13831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78"/>
                </a:solidFill>
                <a:latin typeface="Meiryo UI"/>
              </a:rPr>
              <a:t>Q. 施設の入居・退去はどこ？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43016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B27"/>
                </a:solidFill>
                <a:latin typeface="Meiryo UI"/>
              </a:rPr>
              <a:t>A. 「基本情報」タブの「施設契約情報」です。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