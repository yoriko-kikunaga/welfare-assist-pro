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福祉用具マネージャー　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C2B27"/>
                </a:solidFill>
                <a:latin typeface="Meiryo UI"/>
              </a:rPr>
              <a:t>「月次売上処理」タブの使い方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566160"/>
            <a:ext cx="2011680" cy="7315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404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5B6E68"/>
                </a:solidFill>
                <a:latin typeface="Meiryo UI"/>
              </a:rPr>
              <a:t>毎月の売上（介護保険レンタル・自費レンタル・販売）を確認し、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5B6E68"/>
                </a:solidFill>
                <a:latin typeface="Meiryo UI"/>
              </a:rPr>
              <a:t>カイポケCSVを取り込み、金額を確定してCSVを出力する画面です。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5B6E68"/>
                </a:solidFill>
                <a:latin typeface="Meiryo UI"/>
              </a:rPr>
              <a:t>ここで確定した金額が「売上・仕入突合」タブの基準値になります。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対象：福祉用具専門相談員のみなさま　／　場所：左サイドバー「月次売上処理」（紫ボタン）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このタブでできること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474720" cy="283464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28346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1C2B27"/>
                </a:solidFill>
                <a:latin typeface="Meiryo UI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9748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27"/>
                </a:solidFill>
                <a:latin typeface="Meiryo UI"/>
              </a:rPr>
              <a:t>売上データの確認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461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E68"/>
                </a:solidFill>
                <a:latin typeface="Meiryo UI"/>
              </a:rPr>
              <a:t>選んだ月・事業所の介護保険レンタル/自費レンタル/販売の一覧と合計金額を確認できます。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828800"/>
            <a:ext cx="3474720" cy="2834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828800"/>
            <a:ext cx="91440" cy="2834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1C2B27"/>
                </a:solidFill>
                <a:latin typeface="Meiryo UI"/>
              </a:rPr>
              <a:t>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8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27"/>
                </a:solidFill>
                <a:latin typeface="Meiryo UI"/>
              </a:rPr>
              <a:t>カイポケCSVの取込み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461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E68"/>
                </a:solidFill>
                <a:latin typeface="Meiryo UI"/>
              </a:rPr>
              <a:t>介護保険レンタルタブでカイポケの2つのCSVを取り込み、当月分のデータに丸ごと入れ替えます。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474720" cy="2834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828800"/>
            <a:ext cx="91440" cy="283464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01168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1C2B27"/>
                </a:solidFill>
                <a:latin typeface="Meiryo U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69748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27"/>
                </a:solidFill>
                <a:latin typeface="Meiryo UI"/>
              </a:rPr>
              <a:t>金額の確定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2461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E68"/>
                </a:solidFill>
                <a:latin typeface="Meiryo UI"/>
              </a:rPr>
              <a:t>3種類の売上をそれぞれ確定すると、その時点の金額がスナップショットとして固定されます。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37760"/>
            <a:ext cx="73152" cy="9144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04748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📝 この画面で確定した金額が「売上・仕入突合」タブの基準になります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月末の作業は、まずこの画面で3種類（介護保険レンタル・自費レンタル・販売）すべてを確定させることから始めます。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画面の基本構成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E68"/>
                </a:solidFill>
                <a:latin typeface="Meiryo UI"/>
              </a:rPr>
              <a:t>月度・事業所を選び、3つのタブで種類ごとの一覧を切り替えます。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2918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🏥 介護保険レンタル 312件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2286000"/>
            <a:ext cx="2743200" cy="5029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2860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B6E68"/>
                </a:solidFill>
                <a:latin typeface="Meiryo UI"/>
              </a:rPr>
              <a:t>💰 自費レンタル 48件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86000"/>
            <a:ext cx="2377440" cy="5029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B6E68"/>
                </a:solidFill>
                <a:latin typeface="Meiryo UI"/>
              </a:rPr>
              <a:t>🛒 販売 23件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3017520"/>
          <a:ext cx="1088136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937760"/>
                <a:gridCol w="365760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タブ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データの出どころ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集計の基準日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介護保険レンタル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このタブ内のカイポケCSVインポートで取り込んだデータ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利用開始日〜終了日が対象月と重なる品目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自費レンタル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基本情報タブ（ClientDetail）の入力データ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利用開始日〜終了日が対象月と重なる品目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販売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基本情報タブ（ClientDetail）の入力データ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納品日が対象月内の品目のみ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73152" cy="91440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⚠ 事業所が未設定の利用者は「全事業所」でも表示されません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事業所フィルターは利用者ごとの「事業所」設定で判定されます。売上が出ない利用者がいたら、まず基本情報タブで事業所設定を確認してください。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売上サマリーの見方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E68"/>
                </a:solidFill>
                <a:latin typeface="Meiryo UI"/>
              </a:rPr>
              <a:t>タブの下に常に表示されている4枚のカードです（税抜の金額）。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606040" cy="18288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31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eiryo UI"/>
              </a:rPr>
              <a:t>介護保険レンタル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Meiryo UI"/>
              </a:rPr>
              <a:t>312件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563EB"/>
                </a:solidFill>
                <a:latin typeface="Meiryo UI"/>
              </a:rPr>
              <a:t>¥4,560,000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703320"/>
            <a:ext cx="2240280" cy="292608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703320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確定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7287" y="2194560"/>
            <a:ext cx="2606040" cy="182880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Meiryo UI"/>
              </a:rPr>
              <a:t>自費レンタル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6334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Meiryo UI"/>
              </a:rPr>
              <a:t>✓ 確定済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880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Meiryo UI"/>
              </a:rPr>
              <a:t>48件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7C3AED"/>
                </a:solidFill>
                <a:latin typeface="Meiryo UI"/>
              </a:rPr>
              <a:t>¥612,000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0168" y="3703320"/>
            <a:ext cx="2240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3703320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Meiryo UI"/>
              </a:rPr>
              <a:t>解除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2194560"/>
            <a:ext cx="2606040" cy="18288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331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6534"/>
                </a:solidFill>
                <a:latin typeface="Meiryo UI"/>
              </a:rPr>
              <a:t>販売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880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6534"/>
                </a:solidFill>
                <a:latin typeface="Meiryo UI"/>
              </a:rPr>
              <a:t>23件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66534"/>
                </a:solidFill>
                <a:latin typeface="Meiryo UI"/>
              </a:rPr>
              <a:t>¥481,300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3703320"/>
            <a:ext cx="2240280" cy="292608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703320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</a:rPr>
              <a:t>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704" y="2194560"/>
            <a:ext cx="2606040" cy="1828800"/>
          </a:xfrm>
          <a:prstGeom prst="rect">
            <a:avLst/>
          </a:prstGeom>
          <a:solidFill>
            <a:srgbClr val="F1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4584" y="23317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C2B27"/>
                </a:solidFill>
                <a:latin typeface="Meiryo UI"/>
              </a:rPr>
              <a:t>合計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880360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B27"/>
                </a:solidFill>
                <a:latin typeface="Meiryo UI"/>
              </a:rPr>
              <a:t>383件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584" y="3291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B27"/>
                </a:solidFill>
                <a:latin typeface="Meiryo UI"/>
              </a:rPr>
              <a:t>¥5,653,300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0080" y="4343400"/>
          <a:ext cx="10881360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768096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 UI"/>
                        </a:rPr>
                        <a:t>状態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 UI"/>
                        </a:rPr>
                        <a:t>内容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未確定（「確定」ボタン）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件数・金額はその場で自動計算された最新の値。元データを直せば数字も変わる。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確定済（「解除」ボタン）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確定した瞬間の件数・金額をスナップショットとして固定。以後、元データを変えても変わらない。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解除できないとき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「売上・仕入突合」タブで月次確定が完了している場合、先にそちらを解除する必要がある。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 UI"/>
              </a:rPr>
              <a:t>IMPORT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カイポケCSVインポート（1）ファイル選択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介護保険レンタルのデータは月に1回、カイポケCSVを取り込みます。取り込むと当月分が丸ごと入れ替わります（洗い替え）。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1088136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① サービスチェックシート.csv　*必須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4378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用具の種類・単位数などの明細データ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606040"/>
            <a:ext cx="1645920" cy="4114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eiryo UI"/>
              </a:rPr>
              <a:t>ファイルを選択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37560"/>
            <a:ext cx="1088136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472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② 利用者請求.csv　*必須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5818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ないと請求額が0件になります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520440"/>
            <a:ext cx="1645920" cy="4114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520440"/>
            <a:ext cx="1645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Meiryo UI"/>
              </a:rPr>
              <a:t>ファイルを選択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1920240" cy="45720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eiryo UI"/>
              </a:rPr>
              <a:t>🔍 プレビュー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4389120"/>
            <a:ext cx="19202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43891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📥 インポート実行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389120"/>
            <a:ext cx="192024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3891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Meiryo UI"/>
              </a:rPr>
              <a:t>✕ 選択クリア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389120"/>
            <a:ext cx="1828800" cy="457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38912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🗑 データクリア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74920"/>
            <a:ext cx="10881360" cy="86868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73152" cy="86868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8464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⚠ 2つのファイルは必ず両方選んでください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「②利用者請求.csv」を選ばずに取り込むと、用具は登録されますが請求額（給付対象金額）がすべて0円になります。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 UI"/>
              </a:rPr>
              <a:t>IMPORT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カイポケCSVインポート（2）プレビュー確認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①のファイルを選ぶと「プレビュー」が押せます。実際に取り込む前に必ず確認しましょう。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マッチ成功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6534"/>
                </a:solidFill>
                <a:latin typeface="Meiryo UI"/>
              </a:rPr>
              <a:t>302名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4231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未マッチ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Meiryo UI"/>
              </a:rPr>
              <a:t>3名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4231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品目数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Meiryo UI"/>
              </a:rPr>
              <a:t>340件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1704" y="2286000"/>
            <a:ext cx="2606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4231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給付対象金額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7432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Meiryo UI"/>
              </a:rPr>
              <a:t>¥4,560,000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49039"/>
            <a:ext cx="10881360" cy="100584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49039"/>
            <a:ext cx="73152" cy="10058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587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👀 「未マッチ」が0件でなければ「詳細表示」を確認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カイポケ側の氏名・カナが利用者マスターと違う場合に発生しやすいです。未マッチの利用者はそのままインポートには含まれません。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73152" cy="12344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01768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🖱️ 請求データの紐づけは「クリック→クリック」だけ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「請求金額の紐づけ状況」で未紐づけがあれば「詳細表示」。左側で未紐づけ利用者をクリックして選択（青くなる）→右側の対応する請求データをクリックすると緑色の「紐づけ済み」になります。「インポート実行」を押すまで何度でもやり直せ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eiryo UI"/>
              </a:rPr>
              <a:t>IMPORT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カイポケCSVインポート（3）実行と警告確認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プレビューの内容に問題がなければ「インポート実行」を押します。完了すると成功メッセージが表示されます。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10881360" cy="5486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6534"/>
                </a:solidFill>
                <a:latin typeface="Meiryo UI"/>
              </a:rPr>
              <a:t>✓ インポート完了：302名の利用者に340件の用具を登録しました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73152" cy="914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Meiryo UI"/>
              </a:rPr>
              <a:t>⚠️ 請求データ未紐づけ：3名（売上集計から除外されています）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対象者の給付対象金額は売上合計に含まれていません。確定前に必ず確認・再インポートしてください。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0881360" cy="1371600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73152" cy="137160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15968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🗑 データクリアボタンについて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全事業所・全利用者の介護保険レンタルデータを一括削除するボタンです。確認ダイアログが出ますが、この操作は取り消せません。自費レンタル・販売のデータには影響しません。通常の月次作業では使わず、データ異常時のリセット用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販売タブの金額計算（重要）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販売の合計金額は、いくつかの項目を順番に足し引きして「総計」を出します。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3957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27"/>
                </a:solidFill>
                <a:latin typeface="Meiryo UI"/>
              </a:rPr>
              <a:t>小計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Meiryo UI"/>
              </a:rPr>
              <a:t>単価×数量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59" y="2286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799" y="23957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27"/>
                </a:solidFill>
                <a:latin typeface="Meiryo UI"/>
              </a:rPr>
              <a:t>消費税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Meiryo UI"/>
              </a:rPr>
              <a:t>小計×税率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39" y="2286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9" y="23957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27"/>
                </a:solidFill>
                <a:latin typeface="Meiryo UI"/>
              </a:rPr>
              <a:t>税込金額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Meiryo UI"/>
              </a:rPr>
              <a:t>小計+消費税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2286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23957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27"/>
                </a:solidFill>
                <a:latin typeface="Meiryo UI"/>
              </a:rPr>
              <a:t>+送料+送料消費税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Meiryo UI"/>
              </a:rPr>
              <a:t>+調整額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0604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9659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395728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6534"/>
                </a:solidFill>
                <a:latin typeface="Meiryo UI"/>
              </a:rPr>
              <a:t>総計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78892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E68"/>
                </a:solidFill>
                <a:latin typeface="Meiryo UI"/>
              </a:rPr>
              <a:t>負担額の基準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3749039"/>
          <a:ext cx="1088136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572000"/>
                <a:gridCol w="3383280"/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 UI"/>
                        </a:rPr>
                        <a:t>列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 UI"/>
                        </a:rPr>
                        <a:t>計算式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eiryo UI"/>
                        </a:rPr>
                        <a:t>備考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小計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単価 × 数量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消費税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小計 × 税率（四捨五入）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税区分：10%/軽8%/非課税/税込。税込商品は0円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税込金額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小計 + 消費税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送料（税抜）／送料消費税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手動入力 ／ 送料×10%（四捨五入）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送料0円なら消費税も0円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調整額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手動入力（±）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端数調整・割引などに使用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C2B27"/>
                          </a:solidFill>
                          <a:latin typeface="Meiryo UI"/>
                        </a:rPr>
                        <a:t>総計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税込金額 + 送料（税抜）+ 送料消費税 + 調整額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C2B27"/>
                          </a:solidFill>
                          <a:latin typeface="Meiryo UI"/>
                        </a:rPr>
                        <a:t>利用者負担額・申請額の計算基準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BURDEN CALC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利用者負担額・申請額の自動計算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「利用者自己負担割合」を設定すると、利用者負担額と申請額が自動で決まります（手入力済みの場合はそちらが優先）。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468880"/>
          <a:ext cx="1088136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402336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利用者自己負担割合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利用者負担額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eiryo UI"/>
                        </a:rPr>
                        <a:t>申請額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自己負担０（日常生活給付）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0円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一部負担（日常生活給付）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上限額（総計との小さい方）／上限0円なら0円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 − 利用者負担額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1〜3割負担（受領委任払い）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総計×割合（四捨五入／上限額あれば頭打ち）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 − 利用者負担額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B27"/>
                          </a:solidFill>
                          <a:latin typeface="Meiryo UI"/>
                        </a:rPr>
                        <a:t>全額負担（償還払い）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C2B27"/>
                          </a:solidFill>
                          <a:latin typeface="Meiryo UI"/>
                        </a:rPr>
                        <a:t>総計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73152" cy="10058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681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📌 「一部負担」「1〜3割負担」では上限額を確認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上限額0円のままだと、一部負担は負担額0円、1〜3割負担は上限なしで計算されます。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CSV出力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B6E68"/>
                </a:solidFill>
                <a:latin typeface="Meiryo UI"/>
              </a:rPr>
              <a:t>各タブの右上「CSVダウンロード」ボタンで、表示中の月・事業所のデータをそのまま出力できます。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77440"/>
          <a:ext cx="1088136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8595360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 UI"/>
                        </a:rPr>
                        <a:t>タブ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eiryo UI"/>
                        </a:rPr>
                        <a:t>主な列</a:t>
                      </a:r>
                    </a:p>
                  </a:txBody>
                  <a:tcPr anchor="ctr" marL="91440" marR="73152" marT="27432" marB="27432">
                    <a:solidFill>
                      <a:srgbClr val="0E8A7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介護保険レンタル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あおぞらID・氏名・施設名・商品名・種類・メーカー・卸会社・単位数・タイスコード・利用開始/終了日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自費レンタル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あおぞらID・氏名・施設名・商品名・単価・個数・金額（税抜/税込）・税区分・利用開始/終了日・取引方法・備考</a:t>
                      </a:r>
                    </a:p>
                  </a:txBody>
                  <a:tcPr anchor="ctr" marL="91440" marR="73152" marT="27432" marB="27432">
                    <a:solidFill>
                      <a:srgbClr val="E2F0EC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C2B27"/>
                          </a:solidFill>
                          <a:latin typeface="Meiryo UI"/>
                        </a:rPr>
                        <a:t>販売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C2B27"/>
                          </a:solidFill>
                          <a:latin typeface="Meiryo UI"/>
                        </a:rPr>
                        <a:t>金額内訳（小計〜総計）＋受注日・納品日・支払方法・自己負担割合・上限額・負担額・申請額・申請市町村・営業担当・備考ほか全26列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毎月の作業チェックリスト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75104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介護保険レンタルタブでカイポケCSV（2ファイル）をインポート済み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87168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633472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4871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インポート後に「請求データ未紐づけ」の警告バナーが出ていないか確認した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45535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91839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145535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自費レンタル・販売の一覧が最新か確認した（前日の自動更新後）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03903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50207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803903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事業所フィルターを正しく設定してCSVを出力した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62271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608575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62271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3種類（介護保険レンタル・自費レンタル・販売）をすべて確定した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20639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266943"/>
            <a:ext cx="274320" cy="274320"/>
          </a:xfrm>
          <a:prstGeom prst="rect">
            <a:avLst/>
          </a:prstGeom>
          <a:noFill/>
          <a:ln w="1905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120639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B27"/>
                </a:solidFill>
                <a:latin typeface="Meiryo UI"/>
              </a:rPr>
              <a:t>（このあと）「売上・仕入突合」タブで請求書と突合し、月次確定まで進める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27"/>
                </a:solidFill>
                <a:latin typeface="Meiryo UI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｜ 月次売上処理タブ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" cy="89611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57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19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2B27"/>
                </a:solidFill>
                <a:latin typeface="Meiryo UI"/>
              </a:rPr>
              <a:t>CSVを取り込んだら前月分のデータが消えました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49424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介護保険レンタルのインポートは選択中の月度に対する洗い替え方式です。前月分は前月の月度を選んで確認してください。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9806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98064"/>
            <a:ext cx="54864" cy="89611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89504"/>
            <a:ext cx="457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43784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2B27"/>
                </a:solidFill>
                <a:latin typeface="Meiryo UI"/>
              </a:rPr>
              <a:t>確定後に元データを修正したら金額は変わりますか？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186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変わりません。確定はスナップショットです。反映させるには一度「解除」して再度「確定」してください。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673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54864" cy="89611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58768"/>
            <a:ext cx="457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13048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2B27"/>
                </a:solidFill>
                <a:latin typeface="Meiryo UI"/>
              </a:rPr>
              <a:t>「解除」ボタンが押せません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87952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「売上・仕入突合」タブで月次確定まで完了している場合、そちらを先に解除する必要があります。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36592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36592"/>
            <a:ext cx="54864" cy="89611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28031"/>
            <a:ext cx="457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8231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2B27"/>
                </a:solidFill>
                <a:latin typeface="Meiryo UI"/>
              </a:rPr>
              <a:t>自費レンタル・販売の件数がここに出てきません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57216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対象利用者の事業所設定、利用開始/終了日（自費レンタル）、納品日（販売）が対象月の範囲に入っているか確認してください。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05856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705856"/>
            <a:ext cx="54864" cy="89611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97296"/>
            <a:ext cx="457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75157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C2B27"/>
                </a:solidFill>
                <a:latin typeface="Meiryo UI"/>
              </a:rPr>
              <a:t>給付対象金額が0円の利用者がいます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126480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E68"/>
                </a:solidFill>
                <a:latin typeface="Meiryo UI"/>
              </a:rPr>
              <a:t>「利用者請求.csv」に紐づいていない可能性があります。インポートのプレビューで紐づけ状況を確認し、必要なら再インポートしてください。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